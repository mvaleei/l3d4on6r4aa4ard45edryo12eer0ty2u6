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2A7451-6A85-CA5A-B298-7092694E22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65B303F-CDE5-4BE8-0921-3DFA8A6BBB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478AD05-AAF9-C06E-FF00-D0EDC555B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A64A3-31C7-4467-A983-D8CD4A268DA8}" type="datetimeFigureOut">
              <a:rPr lang="it-IT" smtClean="0"/>
              <a:t>12/05/2026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39C83AB-D67D-1094-3D9D-E38DADDEA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6B7D95D-BC82-4E0E-0FA6-0BE3A770A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89FB3-09D6-4D02-B8CB-9085E51416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9314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E9DCBC-D70E-435D-A5FF-1DCBDEC3F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006D1F5-C749-14E8-E4BA-017292CB7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3969D5B-F014-37BF-E615-11DA236A1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A64A3-31C7-4467-A983-D8CD4A268DA8}" type="datetimeFigureOut">
              <a:rPr lang="it-IT" smtClean="0"/>
              <a:t>12/05/2026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5C63885-0A43-9A13-74DB-94134EE52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455F0E1-2AD9-0CA6-49CC-E6E4420E4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89FB3-09D6-4D02-B8CB-9085E51416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8803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1E5454-C2FA-EA09-7570-E8A0CA096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493E165-202A-5F0C-D3A7-732EB6CFC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89B2D73-E67A-3139-B05D-D0BAD4F5D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A64A3-31C7-4467-A983-D8CD4A268DA8}" type="datetimeFigureOut">
              <a:rPr lang="it-IT" smtClean="0"/>
              <a:t>12/05/2026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7D1670E-BDFA-CAEE-CEFC-AA136CD17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BC02C85-DC54-5CFC-542D-B37DCA433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89FB3-09D6-4D02-B8CB-9085E51416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6593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38880C-C61B-595E-F09E-A248EB29B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8D13668-0264-8166-7328-ECF3621859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0A12023-C51C-00B1-99CB-03F53B899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F857174-1117-5DBD-0D6A-CFA26CE68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A64A3-31C7-4467-A983-D8CD4A268DA8}" type="datetimeFigureOut">
              <a:rPr lang="it-IT" smtClean="0"/>
              <a:t>12/05/2026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0C50590-D84A-B5B2-6CBF-713ADB50A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5E9E544-2DDE-7CA6-F948-01A3298E8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89FB3-09D6-4D02-B8CB-9085E51416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4046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DEF01E-B80D-C69C-B797-74026238E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C45B479-8DDF-A95E-546E-130F5274C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4DBD57D-FAB1-4C6C-7DFA-2E0517114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F7BCE93-808C-D38E-63B2-44403C7989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A88C59A-CCB4-8C14-E28D-8C48DD815B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92A0271-72A1-6402-DFDB-2B22C25C5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A64A3-31C7-4467-A983-D8CD4A268DA8}" type="datetimeFigureOut">
              <a:rPr lang="it-IT" smtClean="0"/>
              <a:t>12/05/2026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BDB43057-33B7-FB95-9255-D47F36280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CBD1891-BE89-C205-DCB9-4BC38C701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89FB3-09D6-4D02-B8CB-9085E51416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3535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BE278B-F9B3-D3AA-6C82-31A45BBD9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6D28CE1-44A8-BA9B-D01C-9EBA0BAE2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A64A3-31C7-4467-A983-D8CD4A268DA8}" type="datetimeFigureOut">
              <a:rPr lang="it-IT" smtClean="0"/>
              <a:t>12/05/2026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6FEF331-10AE-792C-1CC5-FD468C6C3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F340158-530E-93D3-EEA0-E06186F3B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89FB3-09D6-4D02-B8CB-9085E51416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186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A372795-E046-2691-3630-BFCAC0034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A64A3-31C7-4467-A983-D8CD4A268DA8}" type="datetimeFigureOut">
              <a:rPr lang="it-IT" smtClean="0"/>
              <a:t>12/05/2026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9AB0F6D-4F77-2AFF-52DF-BDD369D08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C39CB75-303F-F095-3077-E028BE2BA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89FB3-09D6-4D02-B8CB-9085E51416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6676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DEAB95-63A6-4A03-C4CD-4215E4B86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5123176-7BE0-3D9E-2BC3-AD86C7094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8446ED9-D219-A502-20A2-538113A604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A159F71-B53B-1689-90BF-5F22F224E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A64A3-31C7-4467-A983-D8CD4A268DA8}" type="datetimeFigureOut">
              <a:rPr lang="it-IT" smtClean="0"/>
              <a:t>12/05/2026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75B4A9A-677D-7F1B-F7E8-E62BBC415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2A3EAB6-F137-6FE2-D7B8-D8DBF9149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89FB3-09D6-4D02-B8CB-9085E51416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4136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F68226-92B7-1A52-04D8-D84B517F5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E13FB6E5-00B6-7939-269A-C93AF37BC0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11F0B25-BAD5-B793-47E1-F8A184B6EF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B39E5AC-2ECD-513F-7044-EEE7B05C5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A64A3-31C7-4467-A983-D8CD4A268DA8}" type="datetimeFigureOut">
              <a:rPr lang="it-IT" smtClean="0"/>
              <a:t>12/05/2026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B007A3A-1C8F-3551-E7C0-7F8F487BC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2314A5C-88E2-97F1-CA0E-0B8B6C0B3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89FB3-09D6-4D02-B8CB-9085E51416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17990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89DA3E-C4C7-6BDD-A4A9-2B8E45B29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4A55EF8-6AB1-1DE2-D2DF-7BFF60BAFC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B91B0DC-F36E-9634-7838-B72853408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A64A3-31C7-4467-A983-D8CD4A268DA8}" type="datetimeFigureOut">
              <a:rPr lang="it-IT" smtClean="0"/>
              <a:t>12/05/2026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E63554-9534-B9F7-E03C-80276DB2D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268E6AE-DB86-A150-800B-18716D5B8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89FB3-09D6-4D02-B8CB-9085E51416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897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435CF22-8B24-1B9D-C02C-431724864F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3D58FC0-1F0B-6B4A-1151-0A45E771EB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A1C2802-4AD8-9996-45E7-3DEE9F0EF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A64A3-31C7-4467-A983-D8CD4A268DA8}" type="datetimeFigureOut">
              <a:rPr lang="it-IT" smtClean="0"/>
              <a:t>12/05/2026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12FDFDC-7DBE-8740-1727-B55515A7C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E8FB27B-B48D-F832-C8E7-D656B66D2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89FB3-09D6-4D02-B8CB-9085E51416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26786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4F8EFFB-0600-C8C3-2ED4-433280972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B1DDF08-353F-6CBB-7092-1C7B910BA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A8BD4A6-5B56-90F2-9BFF-9A8195B68B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DA64A3-31C7-4467-A983-D8CD4A268DA8}" type="datetimeFigureOut">
              <a:rPr lang="it-IT" smtClean="0"/>
              <a:t>12/05/2026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5C90B91-36F3-9C74-6DE0-8C3FA7AC67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8B04C47-3752-E7D6-B3BF-9C3CA1D08A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489FB3-09D6-4D02-B8CB-9085E51416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21416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C474AF2C-DDBB-CF25-4DA3-A2E518DF2F6E}"/>
              </a:ext>
            </a:extLst>
          </p:cNvPr>
          <p:cNvSpPr txBox="1"/>
          <p:nvPr/>
        </p:nvSpPr>
        <p:spPr>
          <a:xfrm>
            <a:off x="576263" y="357188"/>
            <a:ext cx="2509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Var nome=‘’carlo’’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A01D514-909B-27E9-FAEF-91D9636C3AF8}"/>
              </a:ext>
            </a:extLst>
          </p:cNvPr>
          <p:cNvSpPr txBox="1"/>
          <p:nvPr/>
        </p:nvSpPr>
        <p:spPr>
          <a:xfrm>
            <a:off x="642938" y="1390650"/>
            <a:ext cx="58959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Function</a:t>
            </a:r>
            <a:r>
              <a:rPr lang="it-IT" dirty="0"/>
              <a:t> pura (</a:t>
            </a:r>
            <a:r>
              <a:rPr lang="it-IT" dirty="0" err="1"/>
              <a:t>nomedaelaborare</a:t>
            </a:r>
            <a:r>
              <a:rPr lang="it-IT" dirty="0"/>
              <a:t>){</a:t>
            </a:r>
          </a:p>
          <a:p>
            <a:r>
              <a:rPr lang="it-IT" dirty="0"/>
              <a:t>	---</a:t>
            </a:r>
          </a:p>
          <a:p>
            <a:r>
              <a:rPr lang="it-IT" dirty="0"/>
              <a:t>	---</a:t>
            </a:r>
          </a:p>
          <a:p>
            <a:r>
              <a:rPr lang="it-IT" dirty="0"/>
              <a:t>	---</a:t>
            </a:r>
          </a:p>
          <a:p>
            <a:r>
              <a:rPr lang="it-IT" dirty="0"/>
              <a:t>	</a:t>
            </a:r>
            <a:r>
              <a:rPr lang="it-IT" dirty="0" err="1"/>
              <a:t>return</a:t>
            </a:r>
            <a:r>
              <a:rPr lang="it-IT" dirty="0"/>
              <a:t> </a:t>
            </a:r>
            <a:r>
              <a:rPr lang="it-IT" dirty="0" err="1"/>
              <a:t>nuovovalore</a:t>
            </a:r>
            <a:endParaRPr lang="it-IT" dirty="0"/>
          </a:p>
          <a:p>
            <a:r>
              <a:rPr lang="it-IT" dirty="0"/>
              <a:t>}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CBC1901-1149-AEF5-CA46-403226E47AF4}"/>
              </a:ext>
            </a:extLst>
          </p:cNvPr>
          <p:cNvSpPr txBox="1"/>
          <p:nvPr/>
        </p:nvSpPr>
        <p:spPr>
          <a:xfrm>
            <a:off x="723901" y="3367088"/>
            <a:ext cx="2724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Nome =pura(‘’</a:t>
            </a:r>
            <a:r>
              <a:rPr lang="it-IT" dirty="0" err="1"/>
              <a:t>giorgio</a:t>
            </a:r>
            <a:r>
              <a:rPr lang="it-IT" dirty="0"/>
              <a:t>’’)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907E8CB-008D-DBE1-070B-18CE51380087}"/>
              </a:ext>
            </a:extLst>
          </p:cNvPr>
          <p:cNvSpPr txBox="1"/>
          <p:nvPr/>
        </p:nvSpPr>
        <p:spPr>
          <a:xfrm>
            <a:off x="871538" y="4462463"/>
            <a:ext cx="44053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Funzione impura(</a:t>
            </a:r>
            <a:r>
              <a:rPr lang="it-IT" dirty="0" err="1"/>
              <a:t>nomedaelaborare</a:t>
            </a:r>
            <a:r>
              <a:rPr lang="it-IT" dirty="0"/>
              <a:t>){</a:t>
            </a:r>
          </a:p>
          <a:p>
            <a:r>
              <a:rPr lang="it-IT" dirty="0"/>
              <a:t>	--</a:t>
            </a:r>
          </a:p>
          <a:p>
            <a:r>
              <a:rPr lang="it-IT" dirty="0"/>
              <a:t>	--</a:t>
            </a:r>
          </a:p>
          <a:p>
            <a:r>
              <a:rPr lang="it-IT" dirty="0"/>
              <a:t>	nome=‘’</a:t>
            </a:r>
            <a:r>
              <a:rPr lang="it-IT" dirty="0" err="1"/>
              <a:t>giorgio</a:t>
            </a:r>
            <a:r>
              <a:rPr lang="it-IT" dirty="0"/>
              <a:t>’’</a:t>
            </a:r>
          </a:p>
          <a:p>
            <a:r>
              <a:rPr lang="it-IT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681577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Marcello Valeri</dc:creator>
  <cp:lastModifiedBy>Marcello Valeri</cp:lastModifiedBy>
  <cp:revision>1</cp:revision>
  <dcterms:created xsi:type="dcterms:W3CDTF">2026-05-12T15:35:51Z</dcterms:created>
  <dcterms:modified xsi:type="dcterms:W3CDTF">2026-05-12T15:35:51Z</dcterms:modified>
</cp:coreProperties>
</file>